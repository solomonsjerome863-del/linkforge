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10B981"/>
                </a:solidFill>
                <a:latin typeface="Calibri"/>
              </a:defRPr>
            </a:pPr>
            <a:r>
              <a:t>CiteForge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The Missing Half of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4B8A6"/>
                </a:solidFill>
                <a:latin typeface="Calibri"/>
              </a:defRPr>
            </a:pPr>
            <a:r>
              <a:t>AI Citation Tracking &amp; Cannibalization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Companion Product to LinkForge | Strategic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Confidential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Link Intelligence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LinkForge optimizes links WITHIN your site — but who's talking about you OUTSIDE?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51560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B8A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832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31% of US users now use AI search engines (ChatGPT, Perplexity, Gemini). Traditional search volume is falling 25%.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754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SEO tools have split into two worlds: internal linking OR brand monitoring. Nobody bridges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$1.1B Market Growing at 40% CAGR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fastest-growing segment in SEO history — and it's barely 3 years 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20116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0B981"/>
                </a:solidFill>
                <a:latin typeface="Calibri"/>
              </a:defRPr>
            </a:pPr>
            <a:r>
              <a:t>$1.09B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GEO Market Size</a:t>
            </a:r>
            <a:br/>
            <a:r>
              <a:t>(2026)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286000"/>
            <a:ext cx="2011680" cy="20116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4B8A6"/>
                </a:solidFill>
                <a:latin typeface="Calibri"/>
              </a:defRPr>
            </a:pPr>
            <a:r>
              <a:t>40.6%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CAGR Growth</a:t>
            </a:r>
            <a:br/>
            <a:r>
              <a:t>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286000"/>
            <a:ext cx="2011680" cy="20116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59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97316"/>
                </a:solidFill>
                <a:latin typeface="Calibri"/>
              </a:defRPr>
            </a:pPr>
            <a:r>
              <a:t>796%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YoY AI Platform</a:t>
            </a:r>
            <a:br/>
            <a:r>
              <a:t>Traffic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286000"/>
            <a:ext cx="2011680" cy="20116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F4444"/>
                </a:solidFill>
                <a:latin typeface="Calibri"/>
              </a:defRPr>
            </a:pPr>
            <a:r>
              <a:t>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Traditional Search</a:t>
            </a:r>
            <a:br/>
            <a:r>
              <a:t>Volume Decline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286000"/>
            <a:ext cx="2011680" cy="20116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  <a:latin typeface="Calibri"/>
              </a:defRPr>
            </a:pPr>
            <a:r>
              <a:t>15-30%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Unlinked Mention →</a:t>
            </a:r>
            <a:br/>
            <a:r>
              <a:t>Backlink Conversion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515600" cy="13716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Gartner predicted: Traditional search volume will fall 25% by 2026 as users turn to AI chatbots and virtual agents. Generative Engine Optimization (GEO) is the new frontier.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Who's Playing — And Where The Gap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34747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AI Citation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$499/mo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Enterprise, deep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Peec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$95/mo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Mid-market AI engine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Otterly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$29/mo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14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Budget, limited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Semrush AI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4805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$165+/mo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Bundled, not standalone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5303520" cy="34747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Traditional Brand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Semrush Brand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$79/mo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Standalone brand mention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Ahrefs Brand Radar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$129+/mo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Requires base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40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Brand24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8404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~$79/mo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14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Social + web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80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4805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754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Basic, no prioritization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486400"/>
            <a:ext cx="10881360" cy="914400"/>
          </a:xfrm>
          <a:prstGeom prst="round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KEY INSIGHT: None of these tools combine citation tracking WITH internal linking. The integration play is completely unoccupied.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CiteForge: Two Engines, One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920240"/>
            <a:ext cx="7315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1: Web Citation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Monitor brand mentions across blogs, news, forums, Reddit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AI scores each mention by authority &amp; backlink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Detects UNLINKED mentions (warm outreach leads)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One-click integration with LinkForge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Weekly opportunity reports via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79" y="1920240"/>
            <a:ext cx="7315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Phase 2: AI Answer Engine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Track citations in ChatGPT, Perplexity, Claude, 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Competitor citation comparison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749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"Lost Citation" alerts when AI engines drop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Citation trend analytics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754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GEO (Generative Engine Optimization)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1920240"/>
            <a:ext cx="731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Phase 3: Cannibalization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Self-cannibalization: Your pages competing for keywords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External cannibalization: Competitors scraping your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749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AI merge/redirect/differentiation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Direct integration: Apply fixes via LinkForge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Unfair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0058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Zero CAC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Every LinkForge user is a warm lead for CiteForge. No marketing spend needed for initial user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515600" cy="10058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54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Highest Switching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Combined internal + external link intelligence. No competitor offers this integrated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10058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Data Flywheel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Citation data improves LinkForge's AI suggestions. More context = better internal link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515600" cy="10058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Perfect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943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GEO market is exploding but still early. First-mover advantage in the integration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Premium Positioning, Flexible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Standalone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Add-on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515600" cy="5486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 brand, 50 mentions/mo, web citations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10515600" cy="54864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"/>
              </a:defRPr>
            </a:pPr>
            <a:r>
              <a:t>$49/mo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"/>
              </a:defRPr>
            </a:pPr>
            <a:r>
              <a:t>$25/mo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3 brands, 500 mentions, web + AI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10515600" cy="5486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"/>
              </a:defRPr>
            </a:pPr>
            <a:r>
              <a:t>$99/mo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"/>
              </a:defRPr>
            </a:pPr>
            <a:r>
              <a:t>$49/mo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10 brands, unlimited, AI + cannibalization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10515600" cy="54864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"/>
              </a:defRPr>
            </a:pPr>
            <a:r>
              <a:t>$249/mo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"/>
              </a:defRPr>
            </a:pPr>
            <a:r>
              <a:t>$149/mo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Unlimited brands, white-label, API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10515600" cy="914400"/>
          </a:xfrm>
          <a:prstGeom prst="round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920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STRATEGY: Add-on pricing creates 40-60% discount incentive to use both products. LinkForge Pro (R825/mo) + CiteForge Pro Add-on (R425/mo) = Complete Link Intelligence Suite for under R1,250/mo.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Path to Revenue Multiplication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858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Month 0-3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Phase 1 (Web Citation Tracker)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Free tier launch to LinkForge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6858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Month 3-6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Phase 2 (AI Answer Engine)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Paid tiers launch, optimize 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6858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Month 6-9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611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Phase 3 (Cannibalization)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Agency tier, API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6858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Month 9-12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80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Flywheel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Citation data feeds LinkForge AI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6858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Platform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"LinkForge Suite" as complete link intelligence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65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Target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20% free→paid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$49 ARPU uplift per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15% standalone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50 agency accounts Y1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Launch Within LinkForge, Expand Beyond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A: Warm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Month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In-app banner + email to LinkForge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"See who's citing you" — 14-day free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Target: 30% activation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474720" cy="4114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Phase B: SEO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Month 3-6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346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"Free Citation Checker" lead magnet on landing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34747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SEO blog content: AI Citation Tracking Guide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114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Target: 500 new signups/mo from organic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Phase C: Agency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Month 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White-label reports for agencies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747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Partner program with SEO agencies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114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Target: 50 agency accounts in Year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0B981"/>
                </a:solidFill>
                <a:latin typeface="Calibri"/>
              </a:defRPr>
            </a:pPr>
            <a:r>
              <a:t>The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"The GEO market won't wait. Neither should we."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1. Lock in the product name (CiteForge / LinkPulse / CitationForge)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2. Build Phase 1 MVP (Web Citation Tracker) in 6-8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3. Launch free tier to LinkForge users within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4. Begin Phase 2 development while gathering Phase 1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486400"/>
            <a:ext cx="6400800" cy="640080"/>
          </a:xfrm>
          <a:prstGeom prst="round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55778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Calibri"/>
              </a:defRPr>
            </a:pPr>
            <a:r>
              <a:t>"The best time to plant a tree was 20 years ago. The second best time is today."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